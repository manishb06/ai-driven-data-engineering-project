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22-04-2026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22-04-2026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22-04-2026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22-04-2026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90" y="300355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Systems for Visual Intelligence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2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Log Anomaly Detection Using ETL and Machine Learning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1737503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No-01</a:t>
            </a:r>
          </a:p>
          <a:p>
            <a:pPr marL="0" indent="0" algn="ctr">
              <a:buNone/>
            </a:pPr>
            <a:r>
              <a:rPr lang="en-IN" sz="2000" b="1" dirty="0"/>
              <a:t>2320030082	B Manish</a:t>
            </a:r>
          </a:p>
          <a:p>
            <a:pPr marL="0" indent="0" algn="ctr">
              <a:buNone/>
            </a:pPr>
            <a:r>
              <a:rPr lang="en-US" sz="2000" b="1" dirty="0"/>
              <a:t>		2320030142         BSR Chaitanya Kousik	</a:t>
            </a:r>
          </a:p>
          <a:p>
            <a:pPr marL="0" indent="0" algn="ctr">
              <a:buNone/>
            </a:pPr>
            <a:r>
              <a:rPr lang="en-US" sz="2000" b="1" dirty="0"/>
              <a:t>      2320030404  	     R Tharunika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22-04-2026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600" dirty="0"/>
              <a:t>Modern server systems generate large volumes of log data continuously. These logs record system events, performance metrics, errors, and user activities. As systems grow, </a:t>
            </a:r>
            <a:r>
              <a:rPr lang="en-IN" sz="2600" dirty="0" err="1"/>
              <a:t>analyzing</a:t>
            </a:r>
            <a:r>
              <a:rPr lang="en-IN" sz="2600" dirty="0"/>
              <a:t> logs manually becomes inefficient.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600" dirty="0"/>
              <a:t>This project addresses the problem by using a Python-based ETL pipeline for data processing and the Isolation Forest algorithm for anomaly detection..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FEBA32-3558-FD0A-FB62-58E47BF8B4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243" y="1493134"/>
            <a:ext cx="1062455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 AI-driven log anomaly detection system using Python.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preprocess and clean log data using an ETL pipeline.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meaningful features such as response time and status.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Isolation Forest for anomaly detection without labeled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analytical outputs such as anomaly percentage and system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demonstrate a scalable approach that can be extended to big data systems.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8117"/>
              </p:ext>
            </p:extLst>
          </p:nvPr>
        </p:nvGraphicFramePr>
        <p:xfrm>
          <a:off x="990703" y="1586232"/>
          <a:ext cx="10485019" cy="4286248"/>
        </p:xfrm>
        <a:graphic>
          <a:graphicData uri="http://schemas.openxmlformats.org/drawingml/2006/table">
            <a:tbl>
              <a:tblPr/>
              <a:tblGrid>
                <a:gridCol w="665042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665042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990487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957259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486023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665042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877289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665042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990487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174435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131986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216885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890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</a:t>
                      </a: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Year( from 2020 onwards papers)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Source(Journal/Conference name)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Objectve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 of the paper 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339594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  <a:p>
                      <a:pPr algn="r" fontAlgn="ctr">
                        <a:buNone/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LogPAI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Research Group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LogAnomaly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: Unsupervised Detection of Sequential and Quantitative Anomalies in Unstructured Logs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IJCAI Conference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Detect anomalies in system logs using deep learning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LSTM-based Deep Learning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Log Dataset (</a:t>
                      </a:r>
                      <a:r>
                        <a:rPr lang="en-IN" sz="1000" dirty="0" err="1"/>
                        <a:t>LogHub</a:t>
                      </a:r>
                      <a:r>
                        <a:rPr lang="en-IN" sz="1000" dirty="0"/>
                        <a:t>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Log sequences, event frequency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Deep learning improves detection accuracy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High computational cost; limited distributed processing discussion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dirty="0"/>
                        <a:t>10.24963/ijcai.2020/658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</a:tbl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(Unsupervised Anomaly Detection)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labeled data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anomalies are rare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isolates observations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isolated quickly are considered anomalies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B34C96-7CA3-C2F5-1977-630CB807D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363" y="3258015"/>
            <a:ext cx="542007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raw log dataset from CSV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data cleaning using pandas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and preprocess log entries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numerical features (response time, status)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Isolation Forest algorithm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anomaly reports and visualizations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 Used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1A103E-F380-5D61-5F57-CF1F91442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49736"/>
            <a:ext cx="5700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– Data processing and ML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– ETL and data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– Isolation Forest algorithm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– Data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 – Development environment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Successfully implemented an AI-based log anomaly detection system.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Built an efficient ETL pipeline using Python for log processing.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Demonstrated effective detection of abnormal system behavior using Isolation Forest.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The system can be extended to big data frameworks like Hadoop and Spark for large-scale environments.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Du, M., Li, F., Zheng, G., &amp; Srikumar, V. (2020).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DeepLog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Anomaly Detection and Diagnosis from System Logs. ACM CCS.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LogPAI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Group. (2020).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LogAnomaly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Unsupervised Detection of Sequential and Quantitative Anomalies in Unstructured Logs. IJCAI.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F. T., Ting, K. M., &amp; Zhou, Z. H. (2008). Isolation Forest. IEEE ICDM.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22-04-2026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563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Custom Design</vt:lpstr>
      <vt:lpstr>AI Systems for Visual Intelligence REVIEW – 2  AI-Driven Log Anomaly Detection Using ETL and Machine Learning</vt:lpstr>
      <vt:lpstr>OUTLINE</vt:lpstr>
      <vt:lpstr>Introduction</vt:lpstr>
      <vt:lpstr>Objectives </vt:lpstr>
      <vt:lpstr>Literature Survey</vt:lpstr>
      <vt:lpstr>Proposed Method</vt:lpstr>
      <vt:lpstr>Implementation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 S R Chaitanya</dc:creator>
  <cp:lastModifiedBy>BSR Chaitanya Kousik</cp:lastModifiedBy>
  <cp:revision>3</cp:revision>
  <dcterms:modified xsi:type="dcterms:W3CDTF">2026-04-22T06:52:47Z</dcterms:modified>
</cp:coreProperties>
</file>